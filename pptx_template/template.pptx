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477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D49D-48C3-4654-940B-94FADE24DBDF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290E5-5EE5-43B8-A18A-ABB6656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B96-9B31-63B4-D6B9-93064D60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E35CC0-22A6-DF96-694D-0E65A584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BBEC3-DF55-4534-C0C2-EF20A46F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EC903-7C7E-3191-A128-2B9621AF3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CCC45-F207-3B42-B10B-6DF28C56C96A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2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1410C-B4CA-3083-36DE-FCAFA094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16DA8-E357-48E5-8E70-253F2E47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93BAA-74E4-C4E1-E2AE-68CFCB35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2A7D5-EDA6-B1E4-04DA-3E939DD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7B02-9422-6F2B-9C1D-071F28DA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4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1EFFA-9DFC-8E6D-A5CD-34A2AD7E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6884-F04C-FF61-41C1-3F547368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78DDF-49B0-CAEB-032A-9015199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77AD-A50B-9DF7-6ABD-896EE9D0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2B5C-1F6F-0C83-06E1-D13E631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053BB-41CE-26DF-9C2E-D80317C5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7FE54-22BC-7A13-8530-F6795E44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C7B9D-E03A-391D-E537-58E04990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A9BEF-C78E-C99C-D0D4-F8BA67E6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A8CDA-CC8B-A57D-B2F3-B35B8AE1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D9B2-5097-B8E6-61D6-DA36B2CB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F650-4199-B012-07B9-E1086FA7A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E7E30-6919-060F-9C71-B527F320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4D85A-1458-98DF-4F0F-A00FFE3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3296A-8C4F-809B-6630-974002B3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F188EB-A03D-5493-D967-D287A369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D7EEA-0EC4-5D4D-7540-0A8784DB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93683-E8D0-D0A2-163B-363A9D528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B7FC5-FC2A-EA56-069A-F8672314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A14B28-010C-1695-9F44-095D0D8AE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424CB-1AFB-3BBD-F71D-6F57A80DE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6344E-A2EA-9BD2-95AE-3FC770A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B1029D-3636-272C-0D76-FB17AA72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BCC7-329C-6D49-3545-7438D1F3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79139-583F-C532-FDEE-E8AF5DA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157DAF-61C0-2660-C65E-C89B82F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3D9768-E5E4-2D8F-2C14-D3748C3B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BB3A9-027D-A3C1-1811-808B9A18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CD115-14DF-A567-E5D7-5B7EDE82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2CBF1-C5F6-BEE0-839B-DB3AE50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39018-7564-74B1-565B-B997461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148F-A582-89A0-141C-9F6BF45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7F1B-BF8F-3FC2-6681-1DEDD2C2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3B0ABB-4099-6070-2898-AE4C5B3F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C366E-F98F-875E-1C4B-E547D22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A24C-6F41-A0F1-E224-4547419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8F2D6-CF90-B27B-D923-49C76E95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2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A999C-4DB5-BDA2-004F-6C9819A6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7B3C6-36FF-19C7-2723-B3903E30D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E333C-3EE2-7501-E446-4D5DEE75C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23E12-9002-9B17-8CC8-2540E16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CE59E-567D-D742-D71D-4AA51A7F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7901B-D6FB-6758-1241-D87E28F2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397A8-BA50-7369-5D12-205331C1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F3CD-1CFB-89BE-BBF3-85B70286B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D95-8935-21BA-8ACE-3A19936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66E78-9756-63D3-5A9E-406B8EE1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44FED-BBBB-185E-4993-16937C8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9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86D3EF-0DCC-FA42-FF00-F1034DCC1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C60E4-0E2C-CA43-24BE-8FDB5EE6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23D84-25A6-A156-3A55-0B95487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2D1E4-9173-A63C-AB0E-D627CA0E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3933B-C986-9A48-5058-7A0F2720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61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E7732-32E2-EA1A-E2E1-BBB7D3A30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B091D2-73F7-62D1-9DB5-D657B727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B2798A-6DB0-BEA1-4256-0986682F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B68DD-A059-93C4-1F5D-6A536697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61E64-4588-5B75-120C-7465EF93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07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E1A13-DA5E-B33E-9A0E-0311E562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66AB5-8D3D-8EDE-52C9-0C759E702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8D646-0716-10BB-FB63-A1F534CD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D52AF-0D65-4550-B685-CF373C35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7D448-A313-35A9-169F-E5080690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62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91EF1-B869-6542-0BCB-4D496302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5D62D-067D-5329-00DF-AA81F95AE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6674C-91CD-02C3-7F44-66820EEF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F8E788-5E59-2A93-D0B8-68E6EFE2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DFB97-1B7B-637A-EBF1-FE361FB9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80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F0453-CA82-E6D7-4368-0984B10B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89ACE-0973-6D9C-69B9-67811D09A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92E260-5A60-3295-E36E-8B53C3B97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A8ED4A-BC61-41F8-8C89-0ECE48B8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C01F0-E2BD-6512-0903-746A9C45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BDB509-000B-21BB-E6A4-324311AF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30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D10C5-0F54-246A-C183-8C9E045C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4E18FD-30CD-1B58-68BE-EBA22212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5BB73-A4F7-40F0-4482-CEBF8DAB6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5B7473-11FA-87F9-ACC6-2FDBCC5C8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BFD4DB-FF59-1274-2205-C8399B4E2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6F039F-54D9-F611-6B40-B5EE8A67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8E3818-D680-2703-E747-1AAE07B0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9A6F54-36C3-1453-DB13-33B6D191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15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CE3CD-01CD-DB07-9DEA-F789F555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218139-0BD9-7E65-ED9B-3B55F652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041A41-E2E0-042A-9A60-9EB1D2A8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ED3BCB-F012-DAED-7929-DFF8608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079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58533F-4E19-A61B-1CC3-1B37414C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448466-3913-A76F-4B93-9DD2AF26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FE27-651A-F79B-FC02-A7B396A4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65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2BCC7-251F-BFEF-C42C-966DFBB6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27EB3-E789-C5C3-9AE8-FE01C486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1CE4BD-5D63-8E39-644D-9D1DB57D1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C75F8A-5A01-6328-30FE-507A4112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CF5CFF-29CC-7405-2CC6-A5FFF975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B070C8-BB54-84F9-44FD-C4988995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601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3E7F7-430E-DF29-A907-1E7278D9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D3ECFE-778E-FF6C-8566-585D48061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822EC-CA3A-CF18-980D-1E4F5B0EF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0817CC-AEEE-A396-3146-5B836E21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F52151-B15F-286C-5A38-6E146957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41B3B1-977C-A6B3-64AE-92DFFA07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407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9232F-0259-D281-482A-795E3A01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487E5-ECAB-E31D-556E-0F72061D2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7B21D-6700-E965-D8AA-5757BD41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B398F-B066-AE39-4626-2CC623A8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BFD0D5-BCF5-1746-90C3-99423EB5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992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D96222-EAA6-F744-F27C-B7D5E2DBF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1E7DE-98A9-3340-B0A6-C6121D345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4A835-7DE6-531E-913F-229CFC3B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70D9F8-7396-3FBC-730C-BCDFE9D7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4139E-ADE1-80AE-29CE-297CBC11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1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45AF03-B77F-3B9C-0D50-F43566D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9D64E-7686-48F4-3A49-F4A18E43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4F641-BE21-3760-61D1-E8767A53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D248-AE16-47FA-AF5A-2F10FD8A820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AA6E2-D414-62F2-AC16-D30636041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2650-C21E-2B62-8C75-7307D8F98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1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38AA3E-3CBE-0E31-C25B-DDF1738E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9386C2-7F03-5DC4-B6E0-7465E53BB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DF101-707F-4943-8E03-9E19AD6D0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C7C8F-822A-4723-A724-B24BDCABEA2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DDCAF-B549-10B8-1F53-689C68F0E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DD43F-1E1B-4880-B829-C75EF985C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45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C03-7DE0-E0F9-8167-0878D3D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{{</a:t>
            </a:r>
            <a:r>
              <a:rPr kumimoji="1" lang="ko-KR" altLang="en-US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한글제목</a:t>
            </a: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}}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121914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ko-KR"/>
              <a:t>{{</a:t>
            </a:r>
            <a:r>
              <a:rPr lang="ko-KR" altLang="en-US"/>
              <a:t>영어제목</a:t>
            </a:r>
            <a:r>
              <a:rPr lang="ko-KR" altLang="ko-KR"/>
              <a:t>}}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{{</a:t>
            </a:r>
            <a:r>
              <a:rPr lang="ko-KR" altLang="en-US"/>
              <a:t>한글본문</a:t>
            </a:r>
            <a:r>
              <a:rPr lang="en-US" altLang="ko-KR"/>
              <a:t>}}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2D8C0-60E8-B6D2-A388-9B378A00EBBC}"/>
              </a:ext>
            </a:extLst>
          </p:cNvPr>
          <p:cNvSpPr txBox="1"/>
          <p:nvPr/>
        </p:nvSpPr>
        <p:spPr>
          <a:xfrm>
            <a:off x="4606908" y="3992331"/>
            <a:ext cx="72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/>
              <a:t>{{</a:t>
            </a:r>
            <a:r>
              <a:rPr lang="ko-KR" altLang="en-US"/>
              <a:t>영어본문</a:t>
            </a:r>
            <a:r>
              <a:rPr lang="en-US" altLang="ko-KR"/>
              <a:t>}}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13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나눔스퀘어 네오 ExtraBold</vt:lpstr>
      <vt:lpstr>맑은 고딕</vt:lpstr>
      <vt:lpstr>Arial</vt:lpstr>
      <vt:lpstr>Office 테마</vt:lpstr>
      <vt:lpstr>디자인 사용자 지정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김</dc:creator>
  <cp:lastModifiedBy>민규 김</cp:lastModifiedBy>
  <cp:revision>13</cp:revision>
  <dcterms:created xsi:type="dcterms:W3CDTF">2025-05-12T06:07:20Z</dcterms:created>
  <dcterms:modified xsi:type="dcterms:W3CDTF">2026-08-17T17:12:04Z</dcterms:modified>
</cp:coreProperties>
</file>